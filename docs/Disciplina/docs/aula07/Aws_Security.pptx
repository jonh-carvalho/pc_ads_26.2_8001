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F3F6"/>
    <a:srgbClr val="F4F3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4" d="100"/>
          <a:sy n="64" d="100"/>
        </p:scale>
        <p:origin x="566" y="4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261E1A1A-3AC8-D0AE-B207-991A5259F920}"/>
              </a:ext>
            </a:extLst>
          </p:cNvPr>
          <p:cNvSpPr/>
          <p:nvPr/>
        </p:nvSpPr>
        <p:spPr>
          <a:xfrm>
            <a:off x="14986000" y="8839200"/>
            <a:ext cx="1143000" cy="152400"/>
          </a:xfrm>
          <a:prstGeom prst="rect">
            <a:avLst/>
          </a:prstGeom>
          <a:solidFill>
            <a:srgbClr val="F4F3EE"/>
          </a:solidFill>
          <a:ln>
            <a:solidFill>
              <a:srgbClr val="F4F3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EDF179E5-B3D5-9AC7-495A-90FC13D2FEEE}"/>
              </a:ext>
            </a:extLst>
          </p:cNvPr>
          <p:cNvSpPr/>
          <p:nvPr/>
        </p:nvSpPr>
        <p:spPr>
          <a:xfrm>
            <a:off x="14986000" y="8839200"/>
            <a:ext cx="1143000" cy="152400"/>
          </a:xfrm>
          <a:prstGeom prst="rect">
            <a:avLst/>
          </a:prstGeom>
          <a:solidFill>
            <a:srgbClr val="F4F3EE"/>
          </a:solidFill>
          <a:ln>
            <a:solidFill>
              <a:srgbClr val="F4F3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8CFADC52-7B24-F673-226F-3D5D4ECAF1E3}"/>
              </a:ext>
            </a:extLst>
          </p:cNvPr>
          <p:cNvSpPr/>
          <p:nvPr/>
        </p:nvSpPr>
        <p:spPr>
          <a:xfrm>
            <a:off x="14986000" y="8839200"/>
            <a:ext cx="1143000" cy="152400"/>
          </a:xfrm>
          <a:prstGeom prst="rect">
            <a:avLst/>
          </a:prstGeom>
          <a:solidFill>
            <a:srgbClr val="F4F3EE"/>
          </a:solidFill>
          <a:ln>
            <a:solidFill>
              <a:srgbClr val="F4F3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8522BF67-7364-F532-95E6-78112C3DC7C8}"/>
              </a:ext>
            </a:extLst>
          </p:cNvPr>
          <p:cNvSpPr/>
          <p:nvPr/>
        </p:nvSpPr>
        <p:spPr>
          <a:xfrm>
            <a:off x="14986000" y="8839200"/>
            <a:ext cx="1143000" cy="152400"/>
          </a:xfrm>
          <a:prstGeom prst="rect">
            <a:avLst/>
          </a:prstGeom>
          <a:solidFill>
            <a:srgbClr val="EFF3F6"/>
          </a:solidFill>
          <a:ln>
            <a:solidFill>
              <a:srgbClr val="EFF3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7C97F49-E2A9-21F2-6BCC-EE50950B0D62}"/>
              </a:ext>
            </a:extLst>
          </p:cNvPr>
          <p:cNvSpPr/>
          <p:nvPr/>
        </p:nvSpPr>
        <p:spPr>
          <a:xfrm>
            <a:off x="14986000" y="8839200"/>
            <a:ext cx="1143000" cy="152400"/>
          </a:xfrm>
          <a:prstGeom prst="rect">
            <a:avLst/>
          </a:prstGeom>
          <a:solidFill>
            <a:srgbClr val="F4F3EE"/>
          </a:solidFill>
          <a:ln>
            <a:solidFill>
              <a:srgbClr val="F4F3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9271E216-3AC9-E65D-9166-985D4A8AEEAD}"/>
              </a:ext>
            </a:extLst>
          </p:cNvPr>
          <p:cNvSpPr/>
          <p:nvPr/>
        </p:nvSpPr>
        <p:spPr>
          <a:xfrm>
            <a:off x="14986000" y="8839200"/>
            <a:ext cx="1143000" cy="152400"/>
          </a:xfrm>
          <a:prstGeom prst="rect">
            <a:avLst/>
          </a:prstGeom>
          <a:solidFill>
            <a:srgbClr val="F4F3EE"/>
          </a:solidFill>
          <a:ln>
            <a:solidFill>
              <a:srgbClr val="F4F3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27182A9D-920E-08B6-CAD9-3B80BC2D61A2}"/>
              </a:ext>
            </a:extLst>
          </p:cNvPr>
          <p:cNvSpPr/>
          <p:nvPr/>
        </p:nvSpPr>
        <p:spPr>
          <a:xfrm>
            <a:off x="14986000" y="8839200"/>
            <a:ext cx="1143000" cy="152400"/>
          </a:xfrm>
          <a:prstGeom prst="rect">
            <a:avLst/>
          </a:prstGeom>
          <a:solidFill>
            <a:srgbClr val="F4F3EE"/>
          </a:solidFill>
          <a:ln>
            <a:solidFill>
              <a:srgbClr val="F4F3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F8AD457-0587-30D3-710F-0007F3D08711}"/>
              </a:ext>
            </a:extLst>
          </p:cNvPr>
          <p:cNvSpPr/>
          <p:nvPr/>
        </p:nvSpPr>
        <p:spPr>
          <a:xfrm>
            <a:off x="14986000" y="8839200"/>
            <a:ext cx="1143000" cy="152400"/>
          </a:xfrm>
          <a:prstGeom prst="rect">
            <a:avLst/>
          </a:prstGeom>
          <a:solidFill>
            <a:srgbClr val="F4F3EE"/>
          </a:solidFill>
          <a:ln>
            <a:solidFill>
              <a:srgbClr val="F4F3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25E30781-2691-43D2-CEC7-2D03764D881E}"/>
              </a:ext>
            </a:extLst>
          </p:cNvPr>
          <p:cNvSpPr/>
          <p:nvPr/>
        </p:nvSpPr>
        <p:spPr>
          <a:xfrm>
            <a:off x="14986000" y="8839200"/>
            <a:ext cx="1143000" cy="152400"/>
          </a:xfrm>
          <a:prstGeom prst="rect">
            <a:avLst/>
          </a:prstGeom>
          <a:solidFill>
            <a:srgbClr val="F4F3EE"/>
          </a:solidFill>
          <a:ln>
            <a:solidFill>
              <a:srgbClr val="F4F3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35AA2C73-9BA9-BCAD-A133-9EDB98DB0A38}"/>
              </a:ext>
            </a:extLst>
          </p:cNvPr>
          <p:cNvSpPr/>
          <p:nvPr/>
        </p:nvSpPr>
        <p:spPr>
          <a:xfrm>
            <a:off x="14986000" y="8839200"/>
            <a:ext cx="1143000" cy="152400"/>
          </a:xfrm>
          <a:prstGeom prst="rect">
            <a:avLst/>
          </a:prstGeom>
          <a:solidFill>
            <a:srgbClr val="F4F3EE"/>
          </a:solidFill>
          <a:ln>
            <a:solidFill>
              <a:srgbClr val="F4F3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91E9B7C8-B7B0-4345-B0E5-17B1FFA667E5}"/>
              </a:ext>
            </a:extLst>
          </p:cNvPr>
          <p:cNvSpPr/>
          <p:nvPr/>
        </p:nvSpPr>
        <p:spPr>
          <a:xfrm>
            <a:off x="14986000" y="8839200"/>
            <a:ext cx="1143000" cy="152400"/>
          </a:xfrm>
          <a:prstGeom prst="rect">
            <a:avLst/>
          </a:prstGeom>
          <a:solidFill>
            <a:srgbClr val="F4F3EE"/>
          </a:solidFill>
          <a:ln>
            <a:solidFill>
              <a:srgbClr val="F4F3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F9B842E3-ED45-2679-FAB6-006A4D0D6356}"/>
              </a:ext>
            </a:extLst>
          </p:cNvPr>
          <p:cNvSpPr/>
          <p:nvPr/>
        </p:nvSpPr>
        <p:spPr>
          <a:xfrm>
            <a:off x="14986000" y="8839200"/>
            <a:ext cx="1143000" cy="152400"/>
          </a:xfrm>
          <a:prstGeom prst="rect">
            <a:avLst/>
          </a:prstGeom>
          <a:solidFill>
            <a:srgbClr val="F4F3EE"/>
          </a:solidFill>
          <a:ln>
            <a:solidFill>
              <a:srgbClr val="F4F3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F903F0A-BCC1-79E9-9621-05F004780CB0}"/>
              </a:ext>
            </a:extLst>
          </p:cNvPr>
          <p:cNvSpPr/>
          <p:nvPr/>
        </p:nvSpPr>
        <p:spPr>
          <a:xfrm>
            <a:off x="14986000" y="8839200"/>
            <a:ext cx="1143000" cy="152400"/>
          </a:xfrm>
          <a:prstGeom prst="rect">
            <a:avLst/>
          </a:prstGeom>
          <a:solidFill>
            <a:srgbClr val="F4F3EE"/>
          </a:solidFill>
          <a:ln>
            <a:solidFill>
              <a:srgbClr val="F4F3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A4E5D7C1-8FDD-5B11-48D4-1396A9C3BCE2}"/>
              </a:ext>
            </a:extLst>
          </p:cNvPr>
          <p:cNvSpPr/>
          <p:nvPr/>
        </p:nvSpPr>
        <p:spPr>
          <a:xfrm>
            <a:off x="14986000" y="8839200"/>
            <a:ext cx="1143000" cy="152400"/>
          </a:xfrm>
          <a:prstGeom prst="rect">
            <a:avLst/>
          </a:prstGeom>
          <a:solidFill>
            <a:srgbClr val="F4F3EE"/>
          </a:solidFill>
          <a:ln>
            <a:solidFill>
              <a:srgbClr val="F4F3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6B865B6F-0968-ACC0-4B4C-A8F3E0E1B513}"/>
              </a:ext>
            </a:extLst>
          </p:cNvPr>
          <p:cNvSpPr/>
          <p:nvPr/>
        </p:nvSpPr>
        <p:spPr>
          <a:xfrm>
            <a:off x="14986000" y="8839200"/>
            <a:ext cx="1143000" cy="152400"/>
          </a:xfrm>
          <a:prstGeom prst="rect">
            <a:avLst/>
          </a:prstGeom>
          <a:solidFill>
            <a:srgbClr val="F4F3EE"/>
          </a:solidFill>
          <a:ln>
            <a:solidFill>
              <a:srgbClr val="F4F3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Personalizar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JONH EDSON RIBEIRO DE CARVALHO</cp:lastModifiedBy>
  <cp:revision>2</cp:revision>
  <dcterms:created xsi:type="dcterms:W3CDTF">2006-08-16T00:00:00Z</dcterms:created>
  <dcterms:modified xsi:type="dcterms:W3CDTF">2026-09-18T11:34:54Z</dcterms:modified>
</cp:coreProperties>
</file>
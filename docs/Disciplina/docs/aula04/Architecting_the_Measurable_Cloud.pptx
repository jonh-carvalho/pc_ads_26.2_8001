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5E6A"/>
    <a:srgbClr val="4D5F6B"/>
    <a:srgbClr val="495967"/>
    <a:srgbClr val="566C7A"/>
    <a:srgbClr val="586E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566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AE06B96-017E-A608-91DF-E120F6AA1906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02C9CD8-AF67-6FA3-5CFD-CD6F5B53A5FA}"/>
              </a:ext>
            </a:extLst>
          </p:cNvPr>
          <p:cNvSpPr/>
          <p:nvPr/>
        </p:nvSpPr>
        <p:spPr>
          <a:xfrm>
            <a:off x="1498600" y="5809128"/>
            <a:ext cx="8077200" cy="586740"/>
          </a:xfrm>
          <a:prstGeom prst="rect">
            <a:avLst/>
          </a:prstGeom>
          <a:solidFill>
            <a:srgbClr val="4D5F6B"/>
          </a:solidFill>
          <a:ln>
            <a:solidFill>
              <a:srgbClr val="4C5E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98D03D5-9EEF-DAE2-3CD3-890E5E617D65}"/>
              </a:ext>
            </a:extLst>
          </p:cNvPr>
          <p:cNvSpPr/>
          <p:nvPr/>
        </p:nvSpPr>
        <p:spPr>
          <a:xfrm>
            <a:off x="14986000" y="8839200"/>
            <a:ext cx="1143000" cy="228600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C11D333-DAF2-BC96-E3E0-14AADB26D1CF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B61EA1E-EF4C-C0C8-3FA5-0A65BD7B0FEC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11D1B3C-9733-C6E6-CAFF-62D63A8200E5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06F64BF-98DB-7810-9F85-BDAB3A3A8CE6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5C5B2E2-DABC-E10E-8295-BE84A3A530CE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CC99DC6-C6A0-F11D-5CCB-F8A6412C655F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094E707-D9DE-FC4F-ECD6-453591970807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8DDD388-029B-C24F-6077-8765B03AA530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C96FEC9-08A8-E77E-254F-C428871C3D71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8B5255F-65A0-53B6-5E00-2C142FD9942A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0A6545D-8984-6435-FF6D-F0E618A64957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BF4D53F-D8C1-2135-0D4F-4E1BA9088592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D4D58B3-B402-013E-297E-B8C719155740}"/>
              </a:ext>
            </a:extLst>
          </p:cNvPr>
          <p:cNvSpPr/>
          <p:nvPr/>
        </p:nvSpPr>
        <p:spPr>
          <a:xfrm>
            <a:off x="14986000" y="8893736"/>
            <a:ext cx="1143000" cy="156136"/>
          </a:xfrm>
          <a:prstGeom prst="rect">
            <a:avLst/>
          </a:prstGeom>
          <a:solidFill>
            <a:srgbClr val="586E7B"/>
          </a:solidFill>
          <a:ln>
            <a:solidFill>
              <a:srgbClr val="566C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Personalizar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4</cp:revision>
  <dcterms:created xsi:type="dcterms:W3CDTF">2006-08-16T00:00:00Z</dcterms:created>
  <dcterms:modified xsi:type="dcterms:W3CDTF">2026-09-18T11:17:58Z</dcterms:modified>
</cp:coreProperties>
</file>
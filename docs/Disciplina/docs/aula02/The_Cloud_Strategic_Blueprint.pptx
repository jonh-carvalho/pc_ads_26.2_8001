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787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7C5B7EB-EA92-D7D4-6288-2CDA8327CEC8}"/>
              </a:ext>
            </a:extLst>
          </p:cNvPr>
          <p:cNvSpPr/>
          <p:nvPr/>
        </p:nvSpPr>
        <p:spPr>
          <a:xfrm>
            <a:off x="14909800" y="8763000"/>
            <a:ext cx="13462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AA3AEE0-E792-BFAE-9829-A8115A6EDFE0}"/>
              </a:ext>
            </a:extLst>
          </p:cNvPr>
          <p:cNvSpPr/>
          <p:nvPr/>
        </p:nvSpPr>
        <p:spPr>
          <a:xfrm>
            <a:off x="14909800" y="8763000"/>
            <a:ext cx="13462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F1948D1-FB81-93BA-0070-50249C7F5A94}"/>
              </a:ext>
            </a:extLst>
          </p:cNvPr>
          <p:cNvSpPr/>
          <p:nvPr/>
        </p:nvSpPr>
        <p:spPr>
          <a:xfrm>
            <a:off x="14909800" y="8763000"/>
            <a:ext cx="13462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16256000" cy="906780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D5F73AAE-0D09-1590-A03E-90F254B2D22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271000" y="2393235"/>
            <a:ext cx="6400800" cy="6801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800" dirty="0">
                <a:latin typeface="Google Sans"/>
              </a:rPr>
              <a:t>U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 trio essencial de gerenciamento de sistemas e confiabilidade (frequentemente usado em SRE e monitoramento):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SLI (Service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Level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Indicator):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A métrica real que mede o desempenho do sistema (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ex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 porcentagem de requisições bem-sucedidas).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SLO (Service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Level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Objective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A meta estipulada para esse indicador (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ex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 99% das requisições com sucesso).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SLA (Service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Level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Agreement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O contrato formal ou acordo de negócio fechado com o cliente externo, que geralmente envolve multas se não for cumprido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A64308A-7B87-7356-B3DC-DECD0EAF923C}"/>
              </a:ext>
            </a:extLst>
          </p:cNvPr>
          <p:cNvSpPr/>
          <p:nvPr/>
        </p:nvSpPr>
        <p:spPr>
          <a:xfrm>
            <a:off x="14909800" y="8763000"/>
            <a:ext cx="13462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24C2FF9-37F2-0806-5762-BB7AB521ACF1}"/>
              </a:ext>
            </a:extLst>
          </p:cNvPr>
          <p:cNvSpPr/>
          <p:nvPr/>
        </p:nvSpPr>
        <p:spPr>
          <a:xfrm>
            <a:off x="14909800" y="8763000"/>
            <a:ext cx="13462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9DD9186-882B-F353-A052-072B37225760}"/>
              </a:ext>
            </a:extLst>
          </p:cNvPr>
          <p:cNvSpPr/>
          <p:nvPr/>
        </p:nvSpPr>
        <p:spPr>
          <a:xfrm>
            <a:off x="14909800" y="8763000"/>
            <a:ext cx="13462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074036F-7BCC-28CF-7AD8-E931772234C9}"/>
              </a:ext>
            </a:extLst>
          </p:cNvPr>
          <p:cNvSpPr/>
          <p:nvPr/>
        </p:nvSpPr>
        <p:spPr>
          <a:xfrm>
            <a:off x="14909800" y="8763000"/>
            <a:ext cx="13462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67A6F45-7451-75E3-0134-88A5FD486D1B}"/>
              </a:ext>
            </a:extLst>
          </p:cNvPr>
          <p:cNvSpPr/>
          <p:nvPr/>
        </p:nvSpPr>
        <p:spPr>
          <a:xfrm>
            <a:off x="14909800" y="8763000"/>
            <a:ext cx="13462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9DB5BB7-DF53-CF6A-2FD1-0E576284EF8A}"/>
              </a:ext>
            </a:extLst>
          </p:cNvPr>
          <p:cNvSpPr/>
          <p:nvPr/>
        </p:nvSpPr>
        <p:spPr>
          <a:xfrm>
            <a:off x="14909800" y="8763000"/>
            <a:ext cx="13462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3149E62-9CB4-160E-773C-1B99138CED1E}"/>
              </a:ext>
            </a:extLst>
          </p:cNvPr>
          <p:cNvSpPr/>
          <p:nvPr/>
        </p:nvSpPr>
        <p:spPr>
          <a:xfrm>
            <a:off x="14909800" y="8763000"/>
            <a:ext cx="13462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288C58B-B5F8-73A8-9EE3-85FE75D2F590}"/>
              </a:ext>
            </a:extLst>
          </p:cNvPr>
          <p:cNvSpPr/>
          <p:nvPr/>
        </p:nvSpPr>
        <p:spPr>
          <a:xfrm>
            <a:off x="14909800" y="8763000"/>
            <a:ext cx="13462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99FF174-52F9-CC85-4A51-34B2444C3485}"/>
              </a:ext>
            </a:extLst>
          </p:cNvPr>
          <p:cNvSpPr/>
          <p:nvPr/>
        </p:nvSpPr>
        <p:spPr>
          <a:xfrm>
            <a:off x="14909800" y="8763000"/>
            <a:ext cx="13462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89</Words>
  <Application>Microsoft Office PowerPoint</Application>
  <PresentationFormat>Personalizar</PresentationFormat>
  <Paragraphs>5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Google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2</cp:revision>
  <dcterms:created xsi:type="dcterms:W3CDTF">2006-08-16T00:00:00Z</dcterms:created>
  <dcterms:modified xsi:type="dcterms:W3CDTF">2026-08-13T21:33:45Z</dcterms:modified>
</cp:coreProperties>
</file>
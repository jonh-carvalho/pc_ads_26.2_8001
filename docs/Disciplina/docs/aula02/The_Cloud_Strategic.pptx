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AF5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758" y="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7C5B7EB-EA92-D7D4-6288-2CDA8327CEC8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8DD4467-DAD7-1F7A-76DA-E5CD28451B09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4F0A4D1-8226-1671-78DF-02A1D056C7ED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6256000" cy="90678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5F73AAE-0D09-1590-A03E-90F254B2D22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271000" y="2393235"/>
            <a:ext cx="6400800" cy="680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800" dirty="0">
                <a:latin typeface="Google Sans"/>
              </a:rPr>
              <a:t>U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 trio essencial de gerenciamento de sistemas e confiabilidade (frequentemente usado em SRE e monitoramento):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SLI (Service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Level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Indicator):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 métrica real que mede o desempenho do sistema (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porcentagem de requisições bem-sucedidas).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SLO (Service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Level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Objective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 meta estipulada para esse indicador (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99% das requisições com sucesso).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SLA (Service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Level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Agreement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 contrato formal ou acordo de negócio fechado com o cliente externo, que geralmente envolve multas se não for cumprido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569E79-5BB9-52FA-72A8-DAB35A8FEB8B}"/>
              </a:ext>
            </a:extLst>
          </p:cNvPr>
          <p:cNvSpPr/>
          <p:nvPr/>
        </p:nvSpPr>
        <p:spPr>
          <a:xfrm>
            <a:off x="14757400" y="9525000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886828C-F185-DF8E-18B7-22D427ACAAF7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644DEE1-90EB-4239-D2AE-02A36747C16A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23BA6C4-3762-03A9-079E-D13A3D3BB666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9BCA29E-B42B-3277-F9A3-9E77D6592698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0DE7EE4-86D9-00DB-1BB8-A5245023BBFC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056D084-8BE6-4268-DAF9-976C8B6F40DC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FFBC913-6211-AFA1-4FBB-E6E81B8CF361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C358290-8207-3299-1D4B-DB0E74912A7B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B574968-D157-7CAC-7F67-2434C8465999}"/>
              </a:ext>
            </a:extLst>
          </p:cNvPr>
          <p:cNvSpPr/>
          <p:nvPr/>
        </p:nvSpPr>
        <p:spPr>
          <a:xfrm>
            <a:off x="14782800" y="8759014"/>
            <a:ext cx="1346200" cy="236572"/>
          </a:xfrm>
          <a:prstGeom prst="rect">
            <a:avLst/>
          </a:prstGeom>
          <a:solidFill>
            <a:srgbClr val="FBFAF5"/>
          </a:solidFill>
          <a:ln>
            <a:solidFill>
              <a:srgbClr val="FBFAF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u="s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</Words>
  <Application>Microsoft Office PowerPoint</Application>
  <PresentationFormat>Personalizar</PresentationFormat>
  <Paragraphs>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Google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3</cp:revision>
  <dcterms:created xsi:type="dcterms:W3CDTF">2006-08-16T00:00:00Z</dcterms:created>
  <dcterms:modified xsi:type="dcterms:W3CDTF">2026-09-18T10:48:25Z</dcterms:modified>
</cp:coreProperties>
</file>
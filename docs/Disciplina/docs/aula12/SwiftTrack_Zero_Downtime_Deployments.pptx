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8"/>
    <a:srgbClr val="FCFBF6"/>
    <a:srgbClr val="FEFDF9"/>
    <a:srgbClr val="FEFDF8"/>
    <a:srgbClr val="FDFCF7"/>
    <a:srgbClr val="EEEDE8"/>
    <a:srgbClr val="EDECE7"/>
    <a:srgbClr val="F2F7FA"/>
    <a:srgbClr val="F3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737" y="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75796A9-22B3-DC5E-2F71-92420B86283C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086244-405F-95AF-D5E8-68F6C0350D62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933B8CD-4446-C021-9862-C27CAF9F6A3D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C5A2244-8E5B-DF1C-FF63-3D68721F5580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EDECE7"/>
          </a:solidFill>
          <a:ln>
            <a:solidFill>
              <a:srgbClr val="EE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EFA8CD3-0F61-E8D1-8E12-38ACD74F1B49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831E343-911C-D3AA-CA88-C0419EBEF518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BC1F01B-114A-BE1F-EB26-7F37431DC48D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702CAD-E8D2-9629-4768-B744ADFB517A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7B2ABCF-74B5-B6B7-65FD-AA771D32A6F7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C774DE3-CE62-2742-6DB8-B458383C75E6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C0E58EC-7856-2EAA-9AD5-892845D62999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3F8FA"/>
          </a:solidFill>
          <a:ln>
            <a:solidFill>
              <a:srgbClr val="F2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A24CB54-E920-2BD2-5084-886F6011F50F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DFCF7"/>
          </a:solidFill>
          <a:ln>
            <a:solidFill>
              <a:srgbClr val="FDFC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F95CDC7-1E50-A1DC-DBE7-B2DFD3FF9A10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EFDF8"/>
          </a:solidFill>
          <a:ln>
            <a:solidFill>
              <a:srgbClr val="FEF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A07FB1F-015E-B650-812C-EC71088479D7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CFBF6"/>
          </a:solidFill>
          <a:ln>
            <a:solidFill>
              <a:srgbClr val="FDF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2026-10-22T20:04:09Z</dcterms:modified>
</cp:coreProperties>
</file>
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7F1"/>
    <a:srgbClr val="F7F5F1"/>
    <a:srgbClr val="F4F4F8"/>
    <a:srgbClr val="F2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737" y="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D68E488-2924-5075-0463-69B4FB3CA0AD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2F5FA"/>
          </a:solidFill>
          <a:ln>
            <a:solidFill>
              <a:srgbClr val="F4F4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52C1B53-5551-6174-B043-22342793E777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A315067-89B8-98D7-1C69-93D8A6776069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C1771F1-8357-87A9-C4D7-07354E1364F9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7677EAD-C170-2A6A-92E5-575D8A5E8DE3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2978CA1-3EE9-2D3E-7C0F-C113080D10D7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3ECBD8-ACF0-8C97-AD52-EEBB352A125C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AD0F39F-12FB-A205-0D8B-5B185B13EE8C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0E16823-1EB5-664B-DD46-1CC3637B6581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7977105-476E-47C5-D3EF-3F34EF41238A}"/>
              </a:ext>
            </a:extLst>
          </p:cNvPr>
          <p:cNvSpPr/>
          <p:nvPr/>
        </p:nvSpPr>
        <p:spPr>
          <a:xfrm>
            <a:off x="14833600" y="86868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16E9A0C-9A53-1732-ED30-808C7A383F64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2F5FA"/>
          </a:solidFill>
          <a:ln>
            <a:solidFill>
              <a:srgbClr val="F4F4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A76F6DBF-757D-7768-E5B5-37A6E8318764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FA1B4B5E-A702-B248-372B-07D35FFADA0D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80CA3F9-A519-9607-1912-CDD6F5304750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2F5FA"/>
          </a:solidFill>
          <a:ln>
            <a:solidFill>
              <a:srgbClr val="F4F4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6C3515-A8B5-2405-9254-8ADED948D6A0}"/>
              </a:ext>
            </a:extLst>
          </p:cNvPr>
          <p:cNvSpPr/>
          <p:nvPr/>
        </p:nvSpPr>
        <p:spPr>
          <a:xfrm>
            <a:off x="14909800" y="8839200"/>
            <a:ext cx="1270000" cy="266700"/>
          </a:xfrm>
          <a:prstGeom prst="rect">
            <a:avLst/>
          </a:prstGeom>
          <a:solidFill>
            <a:srgbClr val="F7F5F1"/>
          </a:solidFill>
          <a:ln>
            <a:solidFill>
              <a:srgbClr val="F6F7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Personalizar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2026-10-22T20:01:32Z</dcterms:modified>
</cp:coreProperties>
</file>
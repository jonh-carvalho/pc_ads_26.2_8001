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E8EB"/>
    <a:srgbClr val="E5E9EC"/>
    <a:srgbClr val="FBFBF2"/>
    <a:srgbClr val="FBFCF3"/>
    <a:srgbClr val="F9F9EF"/>
    <a:srgbClr val="FBFBEF"/>
    <a:srgbClr val="F9F8F4"/>
    <a:srgbClr val="F9FBF6"/>
    <a:srgbClr val="E3E7EA"/>
    <a:srgbClr val="ECF0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4" d="100"/>
          <a:sy n="64" d="100"/>
        </p:scale>
        <p:origin x="566" y="4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418185B-C66A-4A2A-8798-CB48E8CBA0E6}"/>
              </a:ext>
            </a:extLst>
          </p:cNvPr>
          <p:cNvSpPr/>
          <p:nvPr/>
        </p:nvSpPr>
        <p:spPr>
          <a:xfrm>
            <a:off x="889000" y="5562600"/>
            <a:ext cx="2514600" cy="533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576773A-E5E8-E54B-136D-1A3B762491A8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FFFDFE"/>
          </a:solidFill>
          <a:ln>
            <a:solidFill>
              <a:srgbClr val="FDFE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62FB472-0A67-E0FD-2524-36EA720B6776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EDF1F2"/>
          </a:solidFill>
          <a:ln>
            <a:solidFill>
              <a:srgbClr val="ECF0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B3B67E0-94B8-FF33-B05E-1020F0A2452E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FFFDFE"/>
          </a:solidFill>
          <a:ln>
            <a:solidFill>
              <a:srgbClr val="FDFE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EBEF704-DBC1-39EC-03A0-B3E09EA7D9FE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F9FBF6"/>
          </a:solidFill>
          <a:ln>
            <a:solidFill>
              <a:srgbClr val="F9F8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20355F0C-2691-4EE5-7FE9-5D949310BD01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FFFDFE"/>
          </a:solidFill>
          <a:ln>
            <a:solidFill>
              <a:srgbClr val="FDFE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BD8CC50-4BF0-0E21-E701-A5BEDF192B0C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FFFDFE"/>
          </a:solidFill>
          <a:ln>
            <a:solidFill>
              <a:srgbClr val="FDFE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E24A292-731A-D613-A567-C619F103506A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FFFDFE"/>
          </a:solidFill>
          <a:ln>
            <a:solidFill>
              <a:srgbClr val="FDFE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BDB0DF5-12DD-D0D5-6EEE-3AFBCC046BA2}"/>
              </a:ext>
            </a:extLst>
          </p:cNvPr>
          <p:cNvSpPr/>
          <p:nvPr/>
        </p:nvSpPr>
        <p:spPr>
          <a:xfrm>
            <a:off x="14909800" y="8897472"/>
            <a:ext cx="1219200" cy="152400"/>
          </a:xfrm>
          <a:prstGeom prst="rect">
            <a:avLst/>
          </a:prstGeom>
          <a:solidFill>
            <a:srgbClr val="FFFDFE"/>
          </a:solidFill>
          <a:ln>
            <a:solidFill>
              <a:srgbClr val="FDFE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C6EEDC5-933E-F1D1-9C36-493050998098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FFFDFE"/>
          </a:solidFill>
          <a:ln>
            <a:solidFill>
              <a:srgbClr val="FDFE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83E3E94-BA89-1164-BA48-3DDE56C71C7E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FFFDFE"/>
          </a:solidFill>
          <a:ln>
            <a:solidFill>
              <a:srgbClr val="FDFE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17A617D-DAC5-7799-4A13-EE2CE64CC77E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EDF1F2"/>
          </a:solidFill>
          <a:ln>
            <a:solidFill>
              <a:srgbClr val="ECF0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99D93DA-661D-13AC-230C-12ADFBA00DD7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FFFDFE"/>
          </a:solidFill>
          <a:ln>
            <a:solidFill>
              <a:srgbClr val="FDFE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18801BA-5B46-9DDC-7A75-4F664EB0BA52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FBFBEF"/>
          </a:solidFill>
          <a:ln>
            <a:solidFill>
              <a:srgbClr val="F9F9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B66AD9A-12C2-AC98-6161-5EC9C801A5BE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FBFCF3"/>
          </a:solidFill>
          <a:ln>
            <a:solidFill>
              <a:srgbClr val="FBFB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36746A3-E6AC-C513-EF5F-8D6BBFA4AA6C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E5E9EC"/>
          </a:solidFill>
          <a:ln>
            <a:solidFill>
              <a:srgbClr val="E4E8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Personalizar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JONH EDSON RIBEIRO DE CARVALHO</cp:lastModifiedBy>
  <cp:revision>2</cp:revision>
  <dcterms:created xsi:type="dcterms:W3CDTF">2006-08-16T00:00:00Z</dcterms:created>
  <dcterms:modified xsi:type="dcterms:W3CDTF">2026-09-18T11:26:12Z</dcterms:modified>
</cp:coreProperties>
</file>
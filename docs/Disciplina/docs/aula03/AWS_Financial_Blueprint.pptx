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0"/>
    <a:srgbClr val="F6F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C3849F2-9FC8-B315-EDCE-960BF0E7A4C4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01C340B-A05F-01DE-30CD-2641EF6C314C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BADBAE3-2CD0-2EBC-CD78-326EC8B659A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2126D57-A66B-EB38-C855-F34BAC8FF3F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07AA28-748C-8282-B67A-B187CD11463E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0DD0138-A20F-E6D0-81AF-E2206855F49C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E1C353C-CDF3-D1CE-23A8-7A383957FFBB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7BEAF48-869D-645A-2D2A-CD93A67FE83F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9BD3CCE-5BB7-EAC6-FBA6-281217E418B6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2C7EFC2-3694-689E-1EB2-5A5FEBAC171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A539EAC-DC1F-CA43-F6DD-BEA3E2EF0CF8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34CDFFF-FE59-34DC-FBE5-2E4AF705E56A}"/>
              </a:ext>
            </a:extLst>
          </p:cNvPr>
          <p:cNvSpPr/>
          <p:nvPr/>
        </p:nvSpPr>
        <p:spPr>
          <a:xfrm>
            <a:off x="14986000" y="8839200"/>
            <a:ext cx="1143000" cy="152400"/>
          </a:xfrm>
          <a:prstGeom prst="rect">
            <a:avLst/>
          </a:prstGeom>
          <a:solidFill>
            <a:srgbClr val="F6F2EF"/>
          </a:solidFill>
          <a:ln>
            <a:solidFill>
              <a:srgbClr val="F5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2026-08-21T13:19:49Z</dcterms:modified>
</cp:coreProperties>
</file>
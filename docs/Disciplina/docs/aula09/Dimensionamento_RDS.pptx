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8F3"/>
    <a:srgbClr val="F9F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23" y="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21F0B98-4EB4-5DAE-37C2-7CF6382C9D2C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65C809F-1C5F-976D-B71B-F0A9230BF60A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425D6DF-2B20-E399-7D38-56A86C3E718F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AC51C76-4D6F-FED5-D57F-C88FECB1C2C3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3CDEB28-4218-FF78-C6F3-A257881E8720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20FF24E-114E-F1ED-B33D-6721A93551E4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A91B1AB-B0B4-7D22-E5EB-EEAB474F22AC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2C12E27-F160-1B4A-1E22-97962739F43F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356E223-70DD-9CEE-D3B7-AC5216015027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620F0AE-DBDD-B4C5-4FBE-8C77BC3A7EEC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B767C18-F1F2-F317-FCD5-E8DCEF54CC66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CBE06EC-736C-48FE-D51D-EBB251B02AC8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1E41EA9-E94E-8B69-00FC-C0DE53752FC9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47BE25C-60FE-46BD-A854-DD7A0598AB64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BBDF079-175A-A1CE-D81D-53C060617FC9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8F4"/>
          </a:solidFill>
          <a:ln>
            <a:solidFill>
              <a:srgbClr val="F9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2026-10-01T13:57:52Z</dcterms:modified>
</cp:coreProperties>
</file>
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7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F770077-03B5-66AC-A0E7-CF9FE7195537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F749887-0249-D9A6-DEE7-7C14BED3CE90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FAB2DE5-22B3-2FBA-AE9F-8C7656B3AE01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E1C1F61-E686-E8EC-C8CD-4EF3EFABB946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A56BA56-D0C9-DF87-3667-1BD0712A6492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1C319C-203A-CF3A-A23F-405B32A3FE39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D7577F4-A079-2340-240E-4AEF6D4BE873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3815504-6276-0B63-7236-DF9EB028E9F0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C5B4395-1030-9464-030E-4A7D582F4E91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E677C25-A6F2-36F3-D4C3-A7A913941874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A8A3E3C-59C9-C1CE-4D2D-AA137BCECA70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8D1FC75-CD30-D436-B75E-1C528043058C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5F34C7E-DBBE-0891-057F-00A69C082740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77093CE-92ED-4824-EA3C-481D101F0728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690CDD7-B7B4-0878-C849-7835DDF3C3C3}"/>
              </a:ext>
            </a:extLst>
          </p:cNvPr>
          <p:cNvSpPr/>
          <p:nvPr/>
        </p:nvSpPr>
        <p:spPr>
          <a:xfrm>
            <a:off x="14909800" y="8763000"/>
            <a:ext cx="1295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2026-08-06T21:15:00Z</dcterms:modified>
</cp:coreProperties>
</file>
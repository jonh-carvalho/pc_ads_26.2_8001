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6C7A"/>
    <a:srgbClr val="586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AE06B96-017E-A608-91DF-E120F6AA1906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98D03D5-9EEF-DAE2-3CD3-890E5E617D65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C11D333-DAF2-BC96-E3E0-14AADB26D1CF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173E565-9C25-E0A8-D3D3-CFA45A6E3458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09C990A-81A9-6569-C070-007C9DF60D78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6645156-E6A2-1D0D-ECF1-DDB154C4BB81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11B0AE-9954-92F6-8E34-A585D2A8D16B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CF611FD-B3AB-DA71-5398-D506789A46ED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A73F876-D04E-46C2-2014-1F17D7CFC9CA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FEB9590-88E9-4488-9ED4-E562565B36F2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FB703B8-6431-FDD8-8636-E753C8425E91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F24C6A8-0E3C-9D60-8CD1-8E3C6C199162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EB0610-97CA-D923-0E8B-4DEC8AACCE57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1C2196D-E299-8D14-D08C-2EC59D0CD646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DC2C699-729F-174D-A1F7-7E1369FA6715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2026-08-28T12:56:22Z</dcterms:modified>
</cp:coreProperties>
</file>
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7"/>
    <a:srgbClr val="F0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756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FB1CCB1-347F-B6F4-29F5-5FA95AFAED55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1B51693-8ACA-AD0D-EBCD-248DEE538A35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736DA21-C4D9-546A-1D74-B14F72D0930E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9731253-A257-0701-A9B8-6CF49996EF1C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87F4D26-6406-96E0-76E4-99ECD6FEBB44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8FEF7CC-11C6-CD55-6C71-287C4886A03B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8FB9EBE-6A51-D88D-4217-FF26CF656E7A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AE44642-9D94-52FC-E2BA-2A0E8113BFE5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6CC55E8-4CC9-9F01-C9FE-5FE83FF77353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BD56D6F-41F9-2D7D-3B78-10C11FD9A45E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B7D5F61-A1A8-999E-2E3B-B40F13C23F1B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CD222C4-ED7A-E09A-59E0-C521730051E0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6DDA306-8C2F-4ADA-A6B9-B9D0F746E93A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0663FD8-77EE-1F68-61DF-942A68D0B188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51A54A5-5B8C-9EBA-6A76-F5DA686B1974}"/>
              </a:ext>
            </a:extLst>
          </p:cNvPr>
          <p:cNvSpPr/>
          <p:nvPr/>
        </p:nvSpPr>
        <p:spPr>
          <a:xfrm>
            <a:off x="14909800" y="8839200"/>
            <a:ext cx="1219200" cy="266700"/>
          </a:xfrm>
          <a:prstGeom prst="rect">
            <a:avLst/>
          </a:prstGeom>
          <a:solidFill>
            <a:srgbClr val="F0F4F6"/>
          </a:solidFill>
          <a:ln>
            <a:solidFill>
              <a:srgbClr val="F0F4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JONH EDSON RIBEIRO DE CARVALHO</dc:creator>
  <cp:lastModifiedBy>JONH EDSON RIBEIRO DE CARVALHO</cp:lastModifiedBy>
  <cp:revision>2</cp:revision>
  <dcterms:created xsi:type="dcterms:W3CDTF">2006-08-16T00:00:00Z</dcterms:created>
  <dcterms:modified xsi:type="dcterms:W3CDTF">2026-10-08T21:28:25Z</dcterms:modified>
</cp:coreProperties>
</file>
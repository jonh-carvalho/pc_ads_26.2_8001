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7093"/>
    <a:srgbClr val="4E7092"/>
    <a:srgbClr val="263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7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D4816D1-BFD5-F123-E64F-BA1497077539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ABE6CC6-F06D-DB89-D783-C3CD945840F6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9A74F3B-7454-DC31-AA53-61822DDBF5F5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7C583B9-ACCC-63A1-140F-5E8FB7BD78F8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1A5755C-2362-0C87-F09A-28AF3BE6E69A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EEB1A91-2CE5-914D-0C07-805DBA5287E0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FF96533-0C91-2BE9-1BF9-D1223714C584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D40B8E5-8DB8-ED46-B29B-3EB45B1DF664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9D7B4D2-D178-1D1B-781B-075E2BAF794D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C299A10-6AEC-FE7B-E98A-459450FE262C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375B5EC-09C4-56FD-6413-EFD262DCF11D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5A1A032-B918-36C2-1C43-947180390E34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CA98EB6-FB06-037F-A17A-007BA2473418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6C14796-8D04-D148-1F8A-E482663B2C7A}"/>
              </a:ext>
            </a:extLst>
          </p:cNvPr>
          <p:cNvSpPr/>
          <p:nvPr/>
        </p:nvSpPr>
        <p:spPr>
          <a:xfrm>
            <a:off x="14927053" y="8704053"/>
            <a:ext cx="1143000" cy="342900"/>
          </a:xfrm>
          <a:prstGeom prst="rect">
            <a:avLst/>
          </a:prstGeom>
          <a:solidFill>
            <a:srgbClr val="263240"/>
          </a:solidFill>
          <a:ln>
            <a:solidFill>
              <a:srgbClr val="263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0873395-1BDF-1A9C-AFFE-3B4100331C64}"/>
              </a:ext>
            </a:extLst>
          </p:cNvPr>
          <p:cNvSpPr/>
          <p:nvPr/>
        </p:nvSpPr>
        <p:spPr>
          <a:xfrm>
            <a:off x="14927053" y="8795521"/>
            <a:ext cx="1143000" cy="159965"/>
          </a:xfrm>
          <a:prstGeom prst="rect">
            <a:avLst/>
          </a:prstGeom>
          <a:solidFill>
            <a:srgbClr val="4E7092"/>
          </a:solidFill>
          <a:ln>
            <a:solidFill>
              <a:srgbClr val="4E70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2026-10-08T22:18:45Z</dcterms:modified>
</cp:coreProperties>
</file>